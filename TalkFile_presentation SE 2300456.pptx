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73" r:id="rId3"/>
    <p:sldId id="257" r:id="rId4"/>
    <p:sldId id="274" r:id="rId5"/>
    <p:sldId id="259" r:id="rId6"/>
    <p:sldId id="260" r:id="rId7"/>
    <p:sldId id="261" r:id="rId8"/>
    <p:sldId id="264" r:id="rId9"/>
    <p:sldId id="265" r:id="rId10"/>
    <p:sldId id="263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56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66AE2-57FF-45E9-8802-5BAD12DFDAA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493F5-0ABB-4C84-8212-5194EA0A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3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493F5-0ABB-4C84-8212-5194EA0AA5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08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493F5-0ABB-4C84-8212-5194EA0AA5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50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493F5-0ABB-4C84-8212-5194EA0AA5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6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75F1-9AFD-764C-6AE7-3D3357420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7E414-E610-9739-4879-7A16FA356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BFC61-C833-B9D9-686D-007B649F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D3CC1-23D4-A624-9503-6BD5A40B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93992-16C7-91E0-0FEB-4DDB452E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3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6BF2-40BC-FBD7-D302-F282DC7B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BEC9-4EBD-679D-168F-4E5CA3873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8E30D-C250-FD2D-C392-A92C25EB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C7B4-59FA-1646-895B-838EC7C6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E1963-B521-A6EF-5FC7-5F2C48E4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6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5126E-8085-215B-EB82-9B24798A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6DD5-60C1-49D5-1038-019D1A6B1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221E8-736A-99AB-CA17-1A8FE831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495B4-02F9-4784-1FEC-9FCD1CBD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48EC4-CCAC-CB2F-F1D0-BEAF5CAC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3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52CE9-D7B5-28B4-3805-2519681E6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B145-A28E-2530-1243-5C49BEA2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35F9E-FD84-636B-E6DB-DE8F0343C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FB773-6DF5-DEE1-5C9B-AB0103373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1D292-EC4D-695D-B70C-49C6423D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CAAC6-BC8A-53AB-26CF-20B8D6E8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56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FBE2-AA15-8C44-5E13-F7A53A02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9B1ED-17F5-9BE9-D4F9-D1DBABC53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FC4D-7BA9-1F7C-10F7-2A03E60D3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80B01-5186-476D-4ED4-05C1563CF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44130-B7CD-0DC6-9D96-E538DE282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05E18B-D341-921E-CE6B-9923F6F2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7CDEB-330D-05CA-D6EE-14008DF4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DAC7D-7F88-12C7-08E0-E78387EC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3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C3E2-DA2F-AACC-A7CA-57FE61F90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FBE98-1A3F-992E-2395-036CD82B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6123D-B0CF-B87A-C9B9-7F5250E9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38561-5405-123A-E601-05BEEA66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7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6DF7B-19FB-BB72-C7A5-B8E28F8A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0C648A-2C1B-9B11-C18E-3248B30E6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40B42-B14C-D55A-A793-0BD3BEC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9E20-4EE1-471F-2C8A-D44DBADE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899F9-5DA7-84A1-BD25-98C9EF7E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ACBA-0097-7597-8247-C9550FBDE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19D3D-7582-CCEE-409F-6F337E2C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1EB19-5831-7B96-9978-EBEA286A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D508C-570D-8A7A-9AA6-8981A112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4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29FA-19D6-43C2-C22F-4D615F9F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FADB4-E6E4-FFD2-1705-1B64F96E3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43F46-D0CC-D284-D720-21C57E4D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E560E-387C-653C-8D6F-95B57E17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AE201-A025-BC8E-CF27-8BB40BB0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742F8-4505-B104-7A02-A9C9623A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7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57C0-3A21-F2BA-3960-28494BF3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1610A-5F73-3F48-A3FC-EAF567D3F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F854C-0624-5C6D-4CCC-747490AF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C2FB-EFD7-747E-B6F9-A813525D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7AFAA-F262-1875-54B0-5C17CAAE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64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4F436-C3FF-F623-1BF6-9F58E9614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A4B25-C9A5-9B5C-4F22-CFBA6C98F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8818F-5900-FB46-BA5E-9A791AEB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BAB62-36F8-2CE5-B404-032B5EB6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8E289-182C-F652-E656-E063EB52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4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46082-1ACF-F238-3163-7DD92BF2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7764E-FAE1-02D1-BC7E-6E7EB42FC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CB095-FC7D-2CEF-A3A4-9E39D93B0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696CA-F818-415B-B1D1-EA4F0F61712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D19F-2BD6-02F8-C19E-7F4B1C4A6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8D2C4-24BA-0A97-66E8-DAC6CD46B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0712F-3D75-4DA2-9962-E34E1BF30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6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FC92E95-DB33-D512-A188-89F663FDA628}"/>
              </a:ext>
            </a:extLst>
          </p:cNvPr>
          <p:cNvSpPr/>
          <p:nvPr/>
        </p:nvSpPr>
        <p:spPr>
          <a:xfrm rot="2613489">
            <a:off x="4310350" y="1100671"/>
            <a:ext cx="9985437" cy="7611093"/>
          </a:xfrm>
          <a:custGeom>
            <a:avLst/>
            <a:gdLst>
              <a:gd name="csX0" fmla="*/ 3780417 w 9985437"/>
              <a:gd name="csY0" fmla="*/ 6593918 h 7611093"/>
              <a:gd name="csX1" fmla="*/ 4161916 w 9985437"/>
              <a:gd name="csY1" fmla="*/ 6435896 h 7611093"/>
              <a:gd name="csX2" fmla="*/ 7490378 w 9985437"/>
              <a:gd name="csY2" fmla="*/ 6435896 h 7611093"/>
              <a:gd name="csX3" fmla="*/ 6254493 w 9985437"/>
              <a:gd name="csY3" fmla="*/ 7611093 h 7611093"/>
              <a:gd name="csX4" fmla="*/ 4161916 w 9985437"/>
              <a:gd name="csY4" fmla="*/ 7611093 h 7611093"/>
              <a:gd name="csX5" fmla="*/ 3622395 w 9985437"/>
              <a:gd name="csY5" fmla="*/ 7071572 h 7611093"/>
              <a:gd name="csX6" fmla="*/ 3622395 w 9985437"/>
              <a:gd name="csY6" fmla="*/ 6975417 h 7611093"/>
              <a:gd name="csX7" fmla="*/ 3780417 w 9985437"/>
              <a:gd name="csY7" fmla="*/ 6593918 h 7611093"/>
              <a:gd name="csX8" fmla="*/ 1903732 w 9985437"/>
              <a:gd name="csY8" fmla="*/ 6564753 h 7611093"/>
              <a:gd name="csX9" fmla="*/ 2285231 w 9985437"/>
              <a:gd name="csY9" fmla="*/ 6406731 h 7611093"/>
              <a:gd name="csX10" fmla="*/ 2973503 w 9985437"/>
              <a:gd name="csY10" fmla="*/ 6406731 h 7611093"/>
              <a:gd name="csX11" fmla="*/ 3513024 w 9985437"/>
              <a:gd name="csY11" fmla="*/ 6946252 h 7611093"/>
              <a:gd name="csX12" fmla="*/ 3513024 w 9985437"/>
              <a:gd name="csY12" fmla="*/ 7042407 h 7611093"/>
              <a:gd name="csX13" fmla="*/ 2973503 w 9985437"/>
              <a:gd name="csY13" fmla="*/ 7581928 h 7611093"/>
              <a:gd name="csX14" fmla="*/ 2285231 w 9985437"/>
              <a:gd name="csY14" fmla="*/ 7581928 h 7611093"/>
              <a:gd name="csX15" fmla="*/ 1745710 w 9985437"/>
              <a:gd name="csY15" fmla="*/ 7042407 h 7611093"/>
              <a:gd name="csX16" fmla="*/ 1745710 w 9985437"/>
              <a:gd name="csY16" fmla="*/ 6946252 h 7611093"/>
              <a:gd name="csX17" fmla="*/ 1903732 w 9985437"/>
              <a:gd name="csY17" fmla="*/ 6564753 h 7611093"/>
              <a:gd name="csX18" fmla="*/ 1093921 w 9985437"/>
              <a:gd name="csY18" fmla="*/ 4985262 h 7611093"/>
              <a:gd name="csX19" fmla="*/ 1580098 w 9985437"/>
              <a:gd name="csY19" fmla="*/ 4783880 h 7611093"/>
              <a:gd name="csX20" fmla="*/ 9227705 w 9985437"/>
              <a:gd name="csY20" fmla="*/ 4783880 h 7611093"/>
              <a:gd name="csX21" fmla="*/ 7652710 w 9985437"/>
              <a:gd name="csY21" fmla="*/ 6281535 h 7611093"/>
              <a:gd name="csX22" fmla="*/ 1580098 w 9985437"/>
              <a:gd name="csY22" fmla="*/ 6281535 h 7611093"/>
              <a:gd name="csX23" fmla="*/ 892541 w 9985437"/>
              <a:gd name="csY23" fmla="*/ 5593978 h 7611093"/>
              <a:gd name="csX24" fmla="*/ 892540 w 9985437"/>
              <a:gd name="csY24" fmla="*/ 5471439 h 7611093"/>
              <a:gd name="csX25" fmla="*/ 1093921 w 9985437"/>
              <a:gd name="csY25" fmla="*/ 4985262 h 7611093"/>
              <a:gd name="csX26" fmla="*/ 2746577 w 9985437"/>
              <a:gd name="csY26" fmla="*/ 1248414 h 7611093"/>
              <a:gd name="csX27" fmla="*/ 3217092 w 9985437"/>
              <a:gd name="csY27" fmla="*/ 1053520 h 7611093"/>
              <a:gd name="csX28" fmla="*/ 7123397 w 9985437"/>
              <a:gd name="csY28" fmla="*/ 1053520 h 7611093"/>
              <a:gd name="csX29" fmla="*/ 8501633 w 9985437"/>
              <a:gd name="csY29" fmla="*/ 2502928 h 7611093"/>
              <a:gd name="csX30" fmla="*/ 3217093 w 9985437"/>
              <a:gd name="csY30" fmla="*/ 2502928 h 7611093"/>
              <a:gd name="csX31" fmla="*/ 2551683 w 9985437"/>
              <a:gd name="csY31" fmla="*/ 1837519 h 7611093"/>
              <a:gd name="csX32" fmla="*/ 2551683 w 9985437"/>
              <a:gd name="csY32" fmla="*/ 1718929 h 7611093"/>
              <a:gd name="csX33" fmla="*/ 2746577 w 9985437"/>
              <a:gd name="csY33" fmla="*/ 1248414 h 7611093"/>
              <a:gd name="csX34" fmla="*/ 274294 w 9985437"/>
              <a:gd name="csY34" fmla="*/ 2915299 h 7611093"/>
              <a:gd name="csX35" fmla="*/ 936494 w 9985437"/>
              <a:gd name="csY35" fmla="*/ 2641007 h 7611093"/>
              <a:gd name="csX36" fmla="*/ 8632930 w 9985437"/>
              <a:gd name="csY36" fmla="*/ 2641006 h 7611093"/>
              <a:gd name="csX37" fmla="*/ 9985437 w 9985437"/>
              <a:gd name="csY37" fmla="*/ 4063356 h 7611093"/>
              <a:gd name="csX38" fmla="*/ 9336006 w 9985437"/>
              <a:gd name="csY38" fmla="*/ 4680897 h 7611093"/>
              <a:gd name="csX39" fmla="*/ 936495 w 9985437"/>
              <a:gd name="csY39" fmla="*/ 4680898 h 7611093"/>
              <a:gd name="csX40" fmla="*/ 0 w 9985437"/>
              <a:gd name="csY40" fmla="*/ 3744404 h 7611093"/>
              <a:gd name="csX41" fmla="*/ 1 w 9985437"/>
              <a:gd name="csY41" fmla="*/ 3577501 h 7611093"/>
              <a:gd name="csX42" fmla="*/ 274294 w 9985437"/>
              <a:gd name="csY42" fmla="*/ 2915299 h 7611093"/>
              <a:gd name="csX43" fmla="*/ 2370292 w 9985437"/>
              <a:gd name="csY43" fmla="*/ 118952 h 7611093"/>
              <a:gd name="csX44" fmla="*/ 2657467 w 9985437"/>
              <a:gd name="csY44" fmla="*/ 1 h 7611093"/>
              <a:gd name="csX45" fmla="*/ 6121611 w 9985437"/>
              <a:gd name="csY45" fmla="*/ 1 h 7611093"/>
              <a:gd name="csX46" fmla="*/ 6962805 w 9985437"/>
              <a:gd name="csY46" fmla="*/ 884635 h 7611093"/>
              <a:gd name="csX47" fmla="*/ 2657466 w 9985437"/>
              <a:gd name="csY47" fmla="*/ 884635 h 7611093"/>
              <a:gd name="csX48" fmla="*/ 2251339 w 9985437"/>
              <a:gd name="csY48" fmla="*/ 478508 h 7611093"/>
              <a:gd name="csX49" fmla="*/ 2251340 w 9985437"/>
              <a:gd name="csY49" fmla="*/ 406127 h 7611093"/>
              <a:gd name="csX50" fmla="*/ 2370292 w 9985437"/>
              <a:gd name="csY50" fmla="*/ 118952 h 7611093"/>
              <a:gd name="csX51" fmla="*/ 903480 w 9985437"/>
              <a:gd name="csY51" fmla="*/ 1356371 h 7611093"/>
              <a:gd name="csX52" fmla="*/ 1075091 w 9985437"/>
              <a:gd name="csY52" fmla="*/ 1193187 h 7611093"/>
              <a:gd name="csX53" fmla="*/ 1178100 w 9985437"/>
              <a:gd name="csY53" fmla="*/ 1137276 h 7611093"/>
              <a:gd name="csX54" fmla="*/ 1437107 w 9985437"/>
              <a:gd name="csY54" fmla="*/ 1084985 h 7611093"/>
              <a:gd name="csX55" fmla="*/ 1817508 w 9985437"/>
              <a:gd name="csY55" fmla="*/ 1084984 h 7611093"/>
              <a:gd name="csX56" fmla="*/ 2482917 w 9985437"/>
              <a:gd name="csY56" fmla="*/ 1750394 h 7611093"/>
              <a:gd name="csX57" fmla="*/ 2482917 w 9985437"/>
              <a:gd name="csY57" fmla="*/ 1868984 h 7611093"/>
              <a:gd name="csX58" fmla="*/ 1817508 w 9985437"/>
              <a:gd name="csY58" fmla="*/ 2534393 h 7611093"/>
              <a:gd name="csX59" fmla="*/ 1437107 w 9985437"/>
              <a:gd name="csY59" fmla="*/ 2534392 h 7611093"/>
              <a:gd name="csX60" fmla="*/ 771698 w 9985437"/>
              <a:gd name="csY60" fmla="*/ 1868984 h 7611093"/>
              <a:gd name="csX61" fmla="*/ 771698 w 9985437"/>
              <a:gd name="csY61" fmla="*/ 1750394 h 7611093"/>
              <a:gd name="csX62" fmla="*/ 885340 w 9985437"/>
              <a:gd name="csY62" fmla="*/ 1378357 h 7611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</a:cxnLst>
            <a:rect l="l" t="t" r="r" b="b"/>
            <a:pathLst>
              <a:path w="9985437" h="7611093">
                <a:moveTo>
                  <a:pt x="3780417" y="6593918"/>
                </a:moveTo>
                <a:cubicBezTo>
                  <a:pt x="3878052" y="6496284"/>
                  <a:pt x="4012932" y="6435896"/>
                  <a:pt x="4161916" y="6435896"/>
                </a:cubicBezTo>
                <a:lnTo>
                  <a:pt x="7490378" y="6435896"/>
                </a:lnTo>
                <a:lnTo>
                  <a:pt x="6254493" y="7611093"/>
                </a:lnTo>
                <a:lnTo>
                  <a:pt x="4161916" y="7611093"/>
                </a:lnTo>
                <a:cubicBezTo>
                  <a:pt x="3863947" y="7611093"/>
                  <a:pt x="3622395" y="7369541"/>
                  <a:pt x="3622395" y="7071572"/>
                </a:cubicBezTo>
                <a:lnTo>
                  <a:pt x="3622395" y="6975417"/>
                </a:lnTo>
                <a:cubicBezTo>
                  <a:pt x="3622395" y="6826432"/>
                  <a:pt x="3682783" y="6691553"/>
                  <a:pt x="3780417" y="6593918"/>
                </a:cubicBezTo>
                <a:close/>
                <a:moveTo>
                  <a:pt x="1903732" y="6564753"/>
                </a:moveTo>
                <a:cubicBezTo>
                  <a:pt x="2001366" y="6467119"/>
                  <a:pt x="2136247" y="6406731"/>
                  <a:pt x="2285231" y="6406731"/>
                </a:cubicBezTo>
                <a:lnTo>
                  <a:pt x="2973503" y="6406731"/>
                </a:lnTo>
                <a:cubicBezTo>
                  <a:pt x="3271472" y="6406731"/>
                  <a:pt x="3513024" y="6648283"/>
                  <a:pt x="3513024" y="6946252"/>
                </a:cubicBezTo>
                <a:lnTo>
                  <a:pt x="3513024" y="7042407"/>
                </a:lnTo>
                <a:cubicBezTo>
                  <a:pt x="3513024" y="7340376"/>
                  <a:pt x="3271472" y="7581928"/>
                  <a:pt x="2973503" y="7581928"/>
                </a:cubicBezTo>
                <a:lnTo>
                  <a:pt x="2285231" y="7581928"/>
                </a:lnTo>
                <a:cubicBezTo>
                  <a:pt x="1987262" y="7581928"/>
                  <a:pt x="1745710" y="7340376"/>
                  <a:pt x="1745710" y="7042407"/>
                </a:cubicBezTo>
                <a:lnTo>
                  <a:pt x="1745710" y="6946252"/>
                </a:lnTo>
                <a:cubicBezTo>
                  <a:pt x="1745710" y="6797267"/>
                  <a:pt x="1806099" y="6662387"/>
                  <a:pt x="1903732" y="6564753"/>
                </a:cubicBezTo>
                <a:close/>
                <a:moveTo>
                  <a:pt x="1093921" y="4985262"/>
                </a:moveTo>
                <a:cubicBezTo>
                  <a:pt x="1218345" y="4860838"/>
                  <a:pt x="1390235" y="4783881"/>
                  <a:pt x="1580098" y="4783880"/>
                </a:cubicBezTo>
                <a:lnTo>
                  <a:pt x="9227705" y="4783880"/>
                </a:lnTo>
                <a:lnTo>
                  <a:pt x="7652710" y="6281535"/>
                </a:lnTo>
                <a:lnTo>
                  <a:pt x="1580098" y="6281535"/>
                </a:lnTo>
                <a:cubicBezTo>
                  <a:pt x="1200370" y="6281536"/>
                  <a:pt x="892540" y="5973706"/>
                  <a:pt x="892541" y="5593978"/>
                </a:cubicBezTo>
                <a:lnTo>
                  <a:pt x="892540" y="5471439"/>
                </a:lnTo>
                <a:cubicBezTo>
                  <a:pt x="892540" y="5281575"/>
                  <a:pt x="969498" y="5109685"/>
                  <a:pt x="1093921" y="4985262"/>
                </a:cubicBezTo>
                <a:close/>
                <a:moveTo>
                  <a:pt x="2746577" y="1248414"/>
                </a:moveTo>
                <a:cubicBezTo>
                  <a:pt x="2866993" y="1127998"/>
                  <a:pt x="3033345" y="1053520"/>
                  <a:pt x="3217092" y="1053520"/>
                </a:cubicBezTo>
                <a:lnTo>
                  <a:pt x="7123397" y="1053520"/>
                </a:lnTo>
                <a:lnTo>
                  <a:pt x="8501633" y="2502928"/>
                </a:lnTo>
                <a:lnTo>
                  <a:pt x="3217093" y="2502928"/>
                </a:lnTo>
                <a:cubicBezTo>
                  <a:pt x="2849597" y="2502928"/>
                  <a:pt x="2551683" y="2205014"/>
                  <a:pt x="2551683" y="1837519"/>
                </a:cubicBezTo>
                <a:lnTo>
                  <a:pt x="2551683" y="1718929"/>
                </a:lnTo>
                <a:cubicBezTo>
                  <a:pt x="2551683" y="1535182"/>
                  <a:pt x="2626161" y="1368830"/>
                  <a:pt x="2746577" y="1248414"/>
                </a:cubicBezTo>
                <a:close/>
                <a:moveTo>
                  <a:pt x="274294" y="2915299"/>
                </a:moveTo>
                <a:cubicBezTo>
                  <a:pt x="443766" y="2745827"/>
                  <a:pt x="677889" y="2641007"/>
                  <a:pt x="936494" y="2641007"/>
                </a:cubicBezTo>
                <a:lnTo>
                  <a:pt x="8632930" y="2641006"/>
                </a:lnTo>
                <a:lnTo>
                  <a:pt x="9985437" y="4063356"/>
                </a:lnTo>
                <a:lnTo>
                  <a:pt x="9336006" y="4680897"/>
                </a:lnTo>
                <a:lnTo>
                  <a:pt x="936495" y="4680898"/>
                </a:lnTo>
                <a:cubicBezTo>
                  <a:pt x="419284" y="4680898"/>
                  <a:pt x="1" y="4261615"/>
                  <a:pt x="0" y="3744404"/>
                </a:cubicBezTo>
                <a:lnTo>
                  <a:pt x="1" y="3577501"/>
                </a:lnTo>
                <a:cubicBezTo>
                  <a:pt x="2" y="3318895"/>
                  <a:pt x="104821" y="3084771"/>
                  <a:pt x="274294" y="2915299"/>
                </a:cubicBezTo>
                <a:close/>
                <a:moveTo>
                  <a:pt x="2370292" y="118952"/>
                </a:moveTo>
                <a:cubicBezTo>
                  <a:pt x="2443786" y="45458"/>
                  <a:pt x="2545318" y="0"/>
                  <a:pt x="2657467" y="1"/>
                </a:cubicBezTo>
                <a:lnTo>
                  <a:pt x="6121611" y="1"/>
                </a:lnTo>
                <a:lnTo>
                  <a:pt x="6962805" y="884635"/>
                </a:lnTo>
                <a:lnTo>
                  <a:pt x="2657466" y="884635"/>
                </a:lnTo>
                <a:cubicBezTo>
                  <a:pt x="2433169" y="884635"/>
                  <a:pt x="2251340" y="702805"/>
                  <a:pt x="2251339" y="478508"/>
                </a:cubicBezTo>
                <a:lnTo>
                  <a:pt x="2251340" y="406127"/>
                </a:lnTo>
                <a:cubicBezTo>
                  <a:pt x="2251340" y="293978"/>
                  <a:pt x="2296797" y="192447"/>
                  <a:pt x="2370292" y="118952"/>
                </a:cubicBezTo>
                <a:close/>
                <a:moveTo>
                  <a:pt x="903480" y="1356371"/>
                </a:moveTo>
                <a:lnTo>
                  <a:pt x="1075091" y="1193187"/>
                </a:lnTo>
                <a:lnTo>
                  <a:pt x="1178100" y="1137276"/>
                </a:lnTo>
                <a:cubicBezTo>
                  <a:pt x="1257708" y="1103605"/>
                  <a:pt x="1345233" y="1084985"/>
                  <a:pt x="1437107" y="1084985"/>
                </a:cubicBezTo>
                <a:lnTo>
                  <a:pt x="1817508" y="1084984"/>
                </a:lnTo>
                <a:cubicBezTo>
                  <a:pt x="2185003" y="1084985"/>
                  <a:pt x="2482917" y="1382898"/>
                  <a:pt x="2482917" y="1750394"/>
                </a:cubicBezTo>
                <a:lnTo>
                  <a:pt x="2482917" y="1868984"/>
                </a:lnTo>
                <a:cubicBezTo>
                  <a:pt x="2482917" y="2236479"/>
                  <a:pt x="2185003" y="2534393"/>
                  <a:pt x="1817508" y="2534393"/>
                </a:cubicBezTo>
                <a:lnTo>
                  <a:pt x="1437107" y="2534392"/>
                </a:lnTo>
                <a:cubicBezTo>
                  <a:pt x="1069612" y="2534393"/>
                  <a:pt x="771698" y="2236479"/>
                  <a:pt x="771698" y="1868984"/>
                </a:cubicBezTo>
                <a:lnTo>
                  <a:pt x="771698" y="1750394"/>
                </a:lnTo>
                <a:cubicBezTo>
                  <a:pt x="771698" y="1612583"/>
                  <a:pt x="813593" y="1484557"/>
                  <a:pt x="885340" y="1378357"/>
                </a:cubicBez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3878BC-CA9F-395A-D736-F619B435A5C1}"/>
              </a:ext>
            </a:extLst>
          </p:cNvPr>
          <p:cNvSpPr txBox="1"/>
          <p:nvPr/>
        </p:nvSpPr>
        <p:spPr>
          <a:xfrm>
            <a:off x="628876" y="566678"/>
            <a:ext cx="38501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Expense tracker system</a:t>
            </a:r>
          </a:p>
          <a:p>
            <a:endParaRPr lang="en-US" sz="3600" b="1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FC0D5C-2D33-28B8-0E60-047E939EA3CC}"/>
              </a:ext>
            </a:extLst>
          </p:cNvPr>
          <p:cNvSpPr txBox="1"/>
          <p:nvPr/>
        </p:nvSpPr>
        <p:spPr>
          <a:xfrm>
            <a:off x="164167" y="5806291"/>
            <a:ext cx="336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</a:rPr>
              <a:t>Presentation for Software Engineering class </a:t>
            </a:r>
          </a:p>
        </p:txBody>
      </p:sp>
    </p:spTree>
    <p:extLst>
      <p:ext uri="{BB962C8B-B14F-4D97-AF65-F5344CB8AC3E}">
        <p14:creationId xmlns:p14="http://schemas.microsoft.com/office/powerpoint/2010/main" val="73281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E200D-89D0-4A7E-7E71-45D5B17DB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34" y="0"/>
            <a:ext cx="11310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2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1A3AE0-CC21-4FEF-7D25-32860E2C37E9}"/>
              </a:ext>
            </a:extLst>
          </p:cNvPr>
          <p:cNvSpPr txBox="1"/>
          <p:nvPr/>
        </p:nvSpPr>
        <p:spPr>
          <a:xfrm>
            <a:off x="357186" y="292894"/>
            <a:ext cx="83939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2800" b="1" spc="-4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spc="-14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use</a:t>
            </a:r>
            <a:r>
              <a:rPr lang="en-US" sz="2800" b="1" spc="-1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7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case</a:t>
            </a:r>
            <a:r>
              <a:rPr lang="en-US" sz="2800" b="1" spc="-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10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diagram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sz="2800" b="1" spc="-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2800" b="1" spc="-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type</a:t>
            </a:r>
            <a:r>
              <a:rPr lang="en-US" sz="28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2800" b="1" spc="-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2800" b="1" spc="-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used</a:t>
            </a:r>
            <a:r>
              <a:rPr lang="en-US" sz="2800" b="1" spc="-2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sz="2800" b="1" spc="-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software </a:t>
            </a:r>
            <a:r>
              <a:rPr lang="en-US" sz="2800" b="1" spc="-13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engineering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(specifically</a:t>
            </a:r>
            <a:r>
              <a:rPr lang="en-US" sz="2800" b="1" spc="3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sz="2800" b="1" spc="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spc="-12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Unified</a:t>
            </a:r>
            <a:r>
              <a:rPr lang="en-US" sz="2800" b="1" spc="2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14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Modeling</a:t>
            </a:r>
            <a:r>
              <a:rPr lang="en-US" sz="2800" b="1" spc="3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11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Language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2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or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UML)</a:t>
            </a:r>
            <a:r>
              <a:rPr lang="en-US" sz="2800" b="1" spc="-3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to</a:t>
            </a:r>
            <a:r>
              <a:rPr lang="en-US" sz="2800" b="1" spc="-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show</a:t>
            </a:r>
            <a:r>
              <a:rPr lang="en-US" sz="2800" b="1" spc="-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how</a:t>
            </a:r>
            <a:r>
              <a:rPr lang="en-US" sz="2800" b="1" spc="-2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different</a:t>
            </a:r>
            <a:r>
              <a:rPr lang="en-US" sz="2800" b="1" spc="-3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sz="2800" b="1" spc="-3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interact</a:t>
            </a:r>
            <a:r>
              <a:rPr lang="en-US" sz="2800" b="1" spc="-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with</a:t>
            </a:r>
            <a:r>
              <a:rPr lang="en-US" sz="2800" b="1" spc="-3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2800" b="1" spc="-3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endParaRPr lang="en-US" sz="2800" b="1" dirty="0">
              <a:solidFill>
                <a:srgbClr val="FFFF0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811BA6-90A6-3B8A-F3BD-7A14BBC8A9E8}"/>
              </a:ext>
            </a:extLst>
          </p:cNvPr>
          <p:cNvSpPr/>
          <p:nvPr/>
        </p:nvSpPr>
        <p:spPr>
          <a:xfrm>
            <a:off x="3128963" y="2457450"/>
            <a:ext cx="9472613" cy="4986338"/>
          </a:xfrm>
          <a:prstGeom prst="roundRect">
            <a:avLst>
              <a:gd name="adj" fmla="val 33334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9C8F6-25BD-749F-7C4B-3B0BBC126408}"/>
              </a:ext>
            </a:extLst>
          </p:cNvPr>
          <p:cNvSpPr txBox="1"/>
          <p:nvPr/>
        </p:nvSpPr>
        <p:spPr>
          <a:xfrm>
            <a:off x="3968353" y="3073419"/>
            <a:ext cx="76080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</a:t>
            </a:r>
            <a:r>
              <a:rPr lang="en-US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Case</a:t>
            </a:r>
            <a:r>
              <a:rPr lang="en-US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Website</a:t>
            </a:r>
            <a:r>
              <a:rPr lang="en-US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how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b="1" spc="2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2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admins</a:t>
            </a:r>
            <a:r>
              <a:rPr lang="en-US" b="1" spc="2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interact</a:t>
            </a:r>
            <a:r>
              <a:rPr lang="en-US" b="1" spc="2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with</a:t>
            </a:r>
            <a:r>
              <a:rPr lang="en-US" b="1" spc="2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2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system.</a:t>
            </a:r>
            <a:r>
              <a:rPr lang="en-US" b="1" spc="2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2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</a:t>
            </a:r>
            <a:r>
              <a:rPr lang="en-US" b="1" spc="2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actor</a:t>
            </a:r>
            <a:r>
              <a:rPr lang="en-US" b="1" spc="2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b="1" spc="2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User,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who</a:t>
            </a:r>
            <a:r>
              <a:rPr lang="en-US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can register/login,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</a:t>
            </a:r>
            <a:r>
              <a:rPr lang="en-US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</a:t>
            </a:r>
            <a:r>
              <a:rPr lang="en-US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create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categories,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set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budgets,</a:t>
            </a:r>
            <a:r>
              <a:rPr lang="en-US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view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</a:t>
            </a:r>
            <a:r>
              <a:rPr lang="en-US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analytics,</a:t>
            </a:r>
            <a:r>
              <a:rPr lang="en-US" b="1" spc="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</a:t>
            </a:r>
            <a:r>
              <a:rPr lang="en-US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spending</a:t>
            </a:r>
            <a:r>
              <a:rPr lang="en-US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habits,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sync</a:t>
            </a:r>
            <a:r>
              <a:rPr lang="en-US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backup</a:t>
            </a:r>
            <a:r>
              <a:rPr lang="en-US" b="1" spc="43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data,</a:t>
            </a:r>
            <a:r>
              <a:rPr lang="en-US" b="1" spc="4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export</a:t>
            </a:r>
            <a:r>
              <a:rPr lang="en-US" b="1" spc="4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reports,</a:t>
            </a:r>
            <a:r>
              <a:rPr lang="en-US" b="1" spc="4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4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receive</a:t>
            </a:r>
            <a:r>
              <a:rPr lang="en-US" b="1" spc="4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b="1" spc="4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alerts.</a:t>
            </a:r>
            <a:r>
              <a:rPr lang="en-US" b="1" spc="43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management</a:t>
            </a:r>
            <a:r>
              <a:rPr lang="en-US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includes</a:t>
            </a:r>
            <a:r>
              <a:rPr lang="en-US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adding,</a:t>
            </a:r>
            <a:r>
              <a:rPr lang="en-US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editing,</a:t>
            </a:r>
            <a:r>
              <a:rPr lang="en-US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deleting</a:t>
            </a:r>
            <a:r>
              <a:rPr lang="en-US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expenses.</a:t>
            </a:r>
            <a:r>
              <a:rPr lang="en-US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Admin</a:t>
            </a:r>
            <a:r>
              <a:rPr lang="en-US" b="1" spc="4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actor</a:t>
            </a:r>
            <a:r>
              <a:rPr lang="en-US" b="1" spc="4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manages</a:t>
            </a:r>
            <a:r>
              <a:rPr lang="en-US" b="1" spc="4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b="1" spc="4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4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maintains</a:t>
            </a:r>
            <a:r>
              <a:rPr lang="en-US" b="1" spc="4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b="1" spc="4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security</a:t>
            </a:r>
            <a:r>
              <a:rPr lang="en-US" b="1" spc="4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settings.</a:t>
            </a:r>
            <a:r>
              <a:rPr lang="en-US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presents</a:t>
            </a:r>
            <a:r>
              <a:rPr lang="en-US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</a:t>
            </a:r>
            <a:r>
              <a:rPr lang="en-US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functionalities</a:t>
            </a:r>
            <a:r>
              <a:rPr lang="en-US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website</a:t>
            </a:r>
            <a:r>
              <a:rPr lang="en-US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simple</a:t>
            </a:r>
            <a:r>
              <a:rPr lang="en-US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organized</a:t>
            </a:r>
            <a:r>
              <a:rPr lang="en-US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way,</a:t>
            </a:r>
            <a:r>
              <a:rPr lang="en-US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showing</a:t>
            </a:r>
            <a:r>
              <a:rPr lang="en-US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relationship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between</a:t>
            </a:r>
            <a:r>
              <a:rPr lang="en-US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features.</a:t>
            </a:r>
            <a:endParaRPr lang="en-US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2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01451D-6382-33D9-AB6A-A8F4EF75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32" y="0"/>
            <a:ext cx="10242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9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56B929-B341-61A7-D856-A3882851AAC0}"/>
              </a:ext>
            </a:extLst>
          </p:cNvPr>
          <p:cNvSpPr txBox="1"/>
          <p:nvPr/>
        </p:nvSpPr>
        <p:spPr>
          <a:xfrm>
            <a:off x="2907507" y="344929"/>
            <a:ext cx="8686799" cy="2055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08600"/>
              </a:lnSpc>
              <a:spcBef>
                <a:spcPts val="95"/>
              </a:spcBef>
            </a:pP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2800" b="1" spc="-6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spc="-114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sequence</a:t>
            </a:r>
            <a:r>
              <a:rPr lang="en-US" sz="2800" b="1" spc="3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9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diagram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2800" b="1" spc="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type</a:t>
            </a:r>
            <a:r>
              <a:rPr lang="en-US" sz="2800" b="1" spc="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UML</a:t>
            </a:r>
            <a:r>
              <a:rPr lang="en-US" sz="2800" b="1" spc="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that</a:t>
            </a:r>
            <a:r>
              <a:rPr lang="en-US" sz="2800" b="1" spc="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800" b="1" spc="-17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how</a:t>
            </a:r>
            <a:r>
              <a:rPr lang="en-US" sz="2800" b="1" spc="8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9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objects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2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or </a:t>
            </a:r>
            <a:r>
              <a:rPr lang="en-US" sz="2800" b="1" spc="-11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users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5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interact</a:t>
            </a:r>
            <a:r>
              <a:rPr lang="en-US" sz="2800" b="1" spc="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114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with</a:t>
            </a:r>
            <a:r>
              <a:rPr lang="en-US" sz="2800" b="1" spc="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7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each</a:t>
            </a:r>
            <a:r>
              <a:rPr lang="en-US" sz="2800" b="1" spc="1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7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other</a:t>
            </a:r>
            <a:r>
              <a:rPr lang="en-US" sz="2800" b="1" spc="1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10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in</a:t>
            </a:r>
            <a:r>
              <a:rPr lang="en-US" sz="2800" b="1" spc="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a</a:t>
            </a:r>
            <a:r>
              <a:rPr lang="en-US" sz="28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10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specific</a:t>
            </a:r>
            <a:r>
              <a:rPr lang="en-US" sz="2800" b="1" spc="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8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order</a:t>
            </a:r>
            <a:r>
              <a:rPr lang="en-US" sz="2800" b="1" spc="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9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over</a:t>
            </a:r>
            <a:r>
              <a:rPr lang="en-US" sz="2800" b="1" spc="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8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time</a:t>
            </a:r>
            <a:r>
              <a:rPr lang="en-US" sz="28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.</a:t>
            </a:r>
            <a:endParaRPr lang="en-US" sz="2800" b="1" dirty="0">
              <a:solidFill>
                <a:srgbClr val="FFFF00"/>
              </a:solidFill>
              <a:latin typeface="Avenir Next LT Pro" panose="020B0504020202020204" pitchFamily="34" charset="0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95CB59-DAE6-2FBB-DD89-E0A5AC8F0017}"/>
              </a:ext>
            </a:extLst>
          </p:cNvPr>
          <p:cNvSpPr/>
          <p:nvPr/>
        </p:nvSpPr>
        <p:spPr>
          <a:xfrm>
            <a:off x="-592931" y="2400300"/>
            <a:ext cx="9472613" cy="4986338"/>
          </a:xfrm>
          <a:prstGeom prst="roundRect">
            <a:avLst>
              <a:gd name="adj" fmla="val 33334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520CF-631C-2465-87C7-E389738D5FD5}"/>
              </a:ext>
            </a:extLst>
          </p:cNvPr>
          <p:cNvSpPr txBox="1"/>
          <p:nvPr/>
        </p:nvSpPr>
        <p:spPr>
          <a:xfrm>
            <a:off x="578643" y="3429000"/>
            <a:ext cx="73937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sequence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how</a:t>
            </a:r>
            <a:r>
              <a:rPr lang="en-US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interacts</a:t>
            </a:r>
            <a:r>
              <a:rPr lang="en-US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with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b="1" spc="1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Website</a:t>
            </a:r>
            <a:r>
              <a:rPr lang="en-US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step</a:t>
            </a:r>
            <a:r>
              <a:rPr lang="en-US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by</a:t>
            </a:r>
            <a:r>
              <a:rPr lang="en-US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step.</a:t>
            </a:r>
            <a:r>
              <a:rPr lang="en-US" b="1" spc="1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First,</a:t>
            </a:r>
            <a:r>
              <a:rPr lang="en-US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logs</a:t>
            </a:r>
            <a:r>
              <a:rPr lang="en-US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into</a:t>
            </a:r>
            <a:r>
              <a:rPr lang="en-US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system,</a:t>
            </a:r>
            <a:r>
              <a:rPr lang="en-US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verifies</a:t>
            </a:r>
            <a:r>
              <a:rPr lang="en-US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credentials</a:t>
            </a:r>
            <a:r>
              <a:rPr lang="en-US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using</a:t>
            </a:r>
            <a:r>
              <a:rPr lang="en-US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database.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1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can</a:t>
            </a:r>
            <a:r>
              <a:rPr lang="en-US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then</a:t>
            </a:r>
            <a:r>
              <a:rPr lang="en-US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add</a:t>
            </a:r>
            <a:r>
              <a:rPr lang="en-US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</a:t>
            </a:r>
            <a:r>
              <a:rPr lang="en-US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which</a:t>
            </a:r>
            <a:r>
              <a:rPr lang="en-US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are</a:t>
            </a:r>
            <a:r>
              <a:rPr lang="en-US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stored</a:t>
            </a:r>
            <a:r>
              <a:rPr lang="en-US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1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database.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checks</a:t>
            </a:r>
            <a:r>
              <a:rPr lang="en-US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limit</a:t>
            </a:r>
            <a:r>
              <a:rPr lang="en-US" b="1" spc="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sends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alerts</a:t>
            </a:r>
            <a:r>
              <a:rPr lang="en-US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if</a:t>
            </a:r>
            <a:r>
              <a:rPr lang="en-US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b="1" spc="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is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exceeded.</a:t>
            </a:r>
            <a:r>
              <a:rPr lang="en-US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b="1" spc="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can</a:t>
            </a:r>
            <a:r>
              <a:rPr lang="en-US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also</a:t>
            </a:r>
            <a:r>
              <a:rPr lang="en-US" b="1" spc="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request</a:t>
            </a:r>
            <a:r>
              <a:rPr lang="en-US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reports,</a:t>
            </a:r>
            <a:r>
              <a:rPr lang="en-US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where</a:t>
            </a:r>
            <a:r>
              <a:rPr lang="en-US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retrieves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b="1" spc="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</a:t>
            </a:r>
            <a:r>
              <a:rPr lang="en-US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displays</a:t>
            </a:r>
            <a:r>
              <a:rPr lang="en-US" b="1" spc="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charts</a:t>
            </a:r>
            <a:r>
              <a:rPr lang="en-US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summaries.</a:t>
            </a:r>
            <a:r>
              <a:rPr lang="en-US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Finally,</a:t>
            </a:r>
            <a:r>
              <a:rPr lang="en-US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supports</a:t>
            </a:r>
            <a:r>
              <a:rPr lang="en-US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backup</a:t>
            </a:r>
            <a:r>
              <a:rPr lang="en-US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synchronization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</a:t>
            </a:r>
            <a:r>
              <a:rPr lang="en-US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across</a:t>
            </a:r>
            <a:r>
              <a:rPr lang="en-US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devices.</a:t>
            </a:r>
            <a:endParaRPr lang="en-US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694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BD49399-D310-D930-6D54-C5FA56F5FF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766" y="503196"/>
            <a:ext cx="5545044" cy="380754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6E05E3-1AB7-25D2-0B69-D9C72B3412FF}"/>
              </a:ext>
            </a:extLst>
          </p:cNvPr>
          <p:cNvSpPr/>
          <p:nvPr/>
        </p:nvSpPr>
        <p:spPr>
          <a:xfrm>
            <a:off x="6600585" y="171449"/>
            <a:ext cx="5086830" cy="64793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1C5C2-C2EA-2CA0-7B46-04DBC7B543AE}"/>
              </a:ext>
            </a:extLst>
          </p:cNvPr>
          <p:cNvSpPr txBox="1"/>
          <p:nvPr/>
        </p:nvSpPr>
        <p:spPr>
          <a:xfrm>
            <a:off x="504585" y="4675048"/>
            <a:ext cx="545822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2000" b="1" spc="1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context</a:t>
            </a:r>
            <a:r>
              <a:rPr lang="en-US" b="1" spc="14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b="1" spc="-35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model</a:t>
            </a:r>
            <a:r>
              <a:rPr lang="en-US" b="1" spc="18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(or</a:t>
            </a:r>
            <a:r>
              <a:rPr lang="en-US" sz="2000" b="1" spc="14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b="1" spc="-2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context</a:t>
            </a:r>
            <a:r>
              <a:rPr lang="en-US" b="1" spc="15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b="1" spc="-30" dirty="0">
                <a:solidFill>
                  <a:srgbClr val="FFFF00"/>
                </a:solidFill>
                <a:latin typeface="Avenir Next LT Pro" panose="020B0504020202020204" pitchFamily="34" charset="0"/>
                <a:cs typeface="Palatino Linotype"/>
              </a:rPr>
              <a:t>diagram</a:t>
            </a:r>
            <a:r>
              <a:rPr lang="en-US" sz="2000" b="1" spc="-3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)</a:t>
            </a:r>
            <a:r>
              <a:rPr lang="en-US" sz="2000" b="1" spc="1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sz="2000" b="1" spc="13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2000" b="1" spc="15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high-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level</a:t>
            </a:r>
            <a:r>
              <a:rPr lang="en-US" sz="2000" b="1" spc="1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2000" b="1" spc="1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that</a:t>
            </a:r>
            <a:r>
              <a:rPr lang="en-US" sz="2000" b="1" spc="14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sz="2000" b="1" spc="14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5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2000" b="1" spc="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2000" b="1" spc="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its</a:t>
            </a:r>
            <a:r>
              <a:rPr lang="en-US" sz="2000" b="1" spc="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interaction</a:t>
            </a:r>
            <a:r>
              <a:rPr lang="en-US" sz="20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with</a:t>
            </a:r>
            <a:r>
              <a:rPr lang="en-US" sz="20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external</a:t>
            </a:r>
            <a:r>
              <a:rPr lang="en-US" sz="2000" b="1" spc="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entities</a:t>
            </a:r>
            <a:r>
              <a:rPr lang="en-US" sz="20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such</a:t>
            </a:r>
            <a:r>
              <a:rPr lang="en-US" sz="2000" b="1" spc="1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as</a:t>
            </a:r>
            <a:r>
              <a:rPr lang="en-US" sz="2000" b="1" spc="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users,</a:t>
            </a:r>
            <a:r>
              <a:rPr lang="en-US" sz="2000" b="1" spc="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organizations,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or</a:t>
            </a:r>
            <a:r>
              <a:rPr lang="en-US" sz="2000" b="1" spc="-2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other</a:t>
            </a:r>
            <a:r>
              <a:rPr lang="en-US" sz="2000" b="1" spc="-25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10" dirty="0">
                <a:solidFill>
                  <a:srgbClr val="FFFF00"/>
                </a:solidFill>
                <a:latin typeface="Avenir Next LT Pro" panose="020B0504020202020204" pitchFamily="34" charset="0"/>
                <a:cs typeface="Times New Roman"/>
              </a:rPr>
              <a:t>systems</a:t>
            </a:r>
            <a:r>
              <a:rPr lang="en-US" sz="20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endParaRPr lang="en-US" sz="2000" b="1" dirty="0">
              <a:solidFill>
                <a:srgbClr val="FFFF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31292-5B67-6DE2-D6B0-74B6DCBA2989}"/>
              </a:ext>
            </a:extLst>
          </p:cNvPr>
          <p:cNvSpPr txBox="1"/>
          <p:nvPr/>
        </p:nvSpPr>
        <p:spPr>
          <a:xfrm>
            <a:off x="6954440" y="782121"/>
            <a:ext cx="437911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2000" b="1" spc="4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context</a:t>
            </a:r>
            <a:r>
              <a:rPr lang="en-US" sz="2000" b="1" spc="4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model</a:t>
            </a:r>
            <a:r>
              <a:rPr lang="en-US" sz="2000" b="1" spc="4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sz="2000" b="1" spc="459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2000" b="1" spc="4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2000" b="1" spc="4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sz="2000" b="1" spc="4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Website</a:t>
            </a:r>
            <a:r>
              <a:rPr lang="en-US" sz="2000" b="1" spc="459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as</a:t>
            </a:r>
            <a:r>
              <a:rPr lang="en-US" sz="2000" b="1" spc="4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central</a:t>
            </a:r>
            <a:r>
              <a:rPr lang="en-US" sz="20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20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interacting</a:t>
            </a:r>
            <a:r>
              <a:rPr lang="en-US" sz="20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with</a:t>
            </a:r>
            <a:r>
              <a:rPr lang="en-US" sz="20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external</a:t>
            </a:r>
            <a:r>
              <a:rPr lang="en-US" sz="20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entities.</a:t>
            </a:r>
            <a:r>
              <a:rPr lang="en-US" sz="20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sz="20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interact</a:t>
            </a:r>
            <a:r>
              <a:rPr lang="en-US" sz="20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with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2000" b="1" spc="3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20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to</a:t>
            </a:r>
            <a:r>
              <a:rPr lang="en-US" sz="2000" b="1" spc="3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</a:t>
            </a:r>
            <a:r>
              <a:rPr lang="en-US" sz="2000" b="1" spc="3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</a:t>
            </a:r>
            <a:r>
              <a:rPr lang="en-US" sz="2000" b="1" spc="3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budgets,</a:t>
            </a:r>
            <a:r>
              <a:rPr lang="en-US" sz="20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2000" b="1" spc="3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reports,</a:t>
            </a:r>
            <a:r>
              <a:rPr lang="en-US" sz="20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while</a:t>
            </a:r>
            <a:r>
              <a:rPr lang="en-US" sz="20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Admin</a:t>
            </a:r>
            <a:r>
              <a:rPr lang="en-US" sz="20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manages</a:t>
            </a:r>
            <a:r>
              <a:rPr lang="en-US" sz="2000" b="1" spc="4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sz="20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20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20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settings.</a:t>
            </a:r>
            <a:r>
              <a:rPr lang="en-US" sz="20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2000" b="1" spc="4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communicates</a:t>
            </a:r>
            <a:r>
              <a:rPr lang="en-US" sz="2000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with</a:t>
            </a:r>
            <a:r>
              <a:rPr lang="en-US" sz="2000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2000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Database</a:t>
            </a:r>
            <a:r>
              <a:rPr lang="en-US" sz="2000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Server</a:t>
            </a:r>
            <a:r>
              <a:rPr lang="en-US" sz="2000" b="1" spc="1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to</a:t>
            </a:r>
            <a:r>
              <a:rPr lang="en-US" sz="2000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</a:t>
            </a:r>
            <a:r>
              <a:rPr lang="en-US" sz="2000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2000" b="1" spc="1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retrieve</a:t>
            </a:r>
            <a:r>
              <a:rPr lang="en-US" sz="2000" b="1" spc="1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data,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Cloud</a:t>
            </a:r>
            <a:r>
              <a:rPr lang="en-US" sz="2000" b="1" spc="2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Storage</a:t>
            </a:r>
            <a:r>
              <a:rPr lang="en-US" sz="2000" b="1" spc="2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</a:t>
            </a:r>
            <a:r>
              <a:rPr lang="en-US" sz="2000" b="1" spc="2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backup</a:t>
            </a:r>
            <a:r>
              <a:rPr lang="en-US" sz="2000" b="1" spc="25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2000" b="1" spc="2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synchronization,</a:t>
            </a:r>
            <a:r>
              <a:rPr lang="en-US" sz="2000" b="1" spc="25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Email/Notification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Service</a:t>
            </a:r>
            <a:r>
              <a:rPr lang="en-US" sz="2000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</a:t>
            </a:r>
            <a:r>
              <a:rPr lang="en-US" sz="2000" b="1" spc="1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alerts,</a:t>
            </a:r>
            <a:r>
              <a:rPr lang="en-US" sz="20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20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</a:t>
            </a:r>
            <a:r>
              <a:rPr lang="en-US" sz="20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optional</a:t>
            </a:r>
            <a:r>
              <a:rPr lang="en-US" sz="20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Bank</a:t>
            </a:r>
            <a:r>
              <a:rPr lang="en-US" sz="20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API</a:t>
            </a:r>
            <a:r>
              <a:rPr lang="en-US" sz="20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</a:t>
            </a:r>
            <a:r>
              <a:rPr lang="en-US" sz="20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20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importing </a:t>
            </a:r>
            <a:r>
              <a:rPr lang="en-US" sz="20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transaction</a:t>
            </a:r>
            <a:r>
              <a:rPr lang="en-US" sz="20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20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data.</a:t>
            </a:r>
            <a:endParaRPr lang="en-US" sz="20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30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425FD77-E5C4-456F-CB06-3E9EBC95C33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840" y="335971"/>
            <a:ext cx="5923598" cy="403624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98528D-5DF4-DB2B-8496-09EE60BD4230}"/>
              </a:ext>
            </a:extLst>
          </p:cNvPr>
          <p:cNvSpPr/>
          <p:nvPr/>
        </p:nvSpPr>
        <p:spPr>
          <a:xfrm>
            <a:off x="414938" y="189309"/>
            <a:ext cx="5086830" cy="64793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219D8-F50C-EFD0-7E97-1088BA3A4416}"/>
              </a:ext>
            </a:extLst>
          </p:cNvPr>
          <p:cNvSpPr txBox="1"/>
          <p:nvPr/>
        </p:nvSpPr>
        <p:spPr>
          <a:xfrm>
            <a:off x="774706" y="572520"/>
            <a:ext cx="4367293" cy="631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6350" algn="just">
              <a:lnSpc>
                <a:spcPts val="1730"/>
              </a:lnSpc>
              <a:spcBef>
                <a:spcPts val="215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multilayered</a:t>
            </a:r>
            <a:r>
              <a:rPr lang="en-US" sz="1600" b="1" spc="1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architecture</a:t>
            </a:r>
            <a:r>
              <a:rPr lang="en-US" sz="1600" b="1" spc="1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1600" b="1" spc="1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divides</a:t>
            </a:r>
            <a:r>
              <a:rPr lang="en-US" sz="1600" b="1" spc="1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1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Website</a:t>
            </a:r>
            <a:r>
              <a:rPr lang="en-US" sz="1600" b="1" spc="3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into</a:t>
            </a:r>
            <a:r>
              <a:rPr lang="en-US" sz="1600" b="1" spc="3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different</a:t>
            </a:r>
            <a:r>
              <a:rPr lang="en-US" sz="1600" b="1" spc="3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layers</a:t>
            </a:r>
            <a:r>
              <a:rPr lang="en-US" sz="1600" b="1" spc="3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</a:t>
            </a:r>
            <a:r>
              <a:rPr lang="en-US" sz="1600" b="1" spc="3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better</a:t>
            </a:r>
            <a:r>
              <a:rPr lang="en-US" sz="1600" b="1" spc="3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organization</a:t>
            </a:r>
            <a:r>
              <a:rPr lang="en-US" sz="1600" b="1" spc="3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maintainability.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marR="6350" algn="just">
              <a:lnSpc>
                <a:spcPts val="1730"/>
              </a:lnSpc>
              <a:spcBef>
                <a:spcPts val="1710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Presentation</a:t>
            </a:r>
            <a:r>
              <a:rPr lang="en-US" sz="1600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Layer:</a:t>
            </a:r>
            <a:r>
              <a:rPr lang="en-US" sz="1600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Provides</a:t>
            </a:r>
            <a:r>
              <a:rPr lang="en-US" sz="1600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interface</a:t>
            </a:r>
            <a:r>
              <a:rPr lang="en-US" sz="1600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through</a:t>
            </a:r>
            <a:r>
              <a:rPr lang="en-US" sz="1600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web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browsers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mobile-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responsive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pages.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algn="just">
              <a:lnSpc>
                <a:spcPts val="1760"/>
              </a:lnSpc>
              <a:spcBef>
                <a:spcPts val="1605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Application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Layer: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marR="5715" algn="just">
              <a:lnSpc>
                <a:spcPts val="1730"/>
              </a:lnSpc>
              <a:spcBef>
                <a:spcPts val="75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Handles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</a:t>
            </a:r>
            <a:r>
              <a:rPr lang="en-US" sz="1600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modules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such</a:t>
            </a:r>
            <a:r>
              <a:rPr lang="en-US" sz="1600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as</a:t>
            </a:r>
            <a:r>
              <a:rPr lang="en-US" sz="1600" b="1" spc="1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authentication,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management,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budgeting,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reporting,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notifications.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marR="5080" algn="just">
              <a:lnSpc>
                <a:spcPts val="1720"/>
              </a:lnSpc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Business</a:t>
            </a:r>
            <a:r>
              <a:rPr lang="en-US" sz="1600" b="1" spc="1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Logic</a:t>
            </a:r>
            <a:r>
              <a:rPr lang="en-US" sz="1600" b="1" spc="1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Layer:</a:t>
            </a:r>
            <a:r>
              <a:rPr lang="en-US" sz="1600" b="1" spc="1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Processes</a:t>
            </a:r>
            <a:r>
              <a:rPr lang="en-US" sz="1600" b="1" spc="1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</a:t>
            </a:r>
            <a:r>
              <a:rPr lang="en-US" sz="1600" b="1" spc="1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validates</a:t>
            </a:r>
            <a:r>
              <a:rPr lang="en-US" sz="1600" b="1" spc="1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budgets,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generates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reports,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manages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synchronization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logic.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algn="just">
              <a:lnSpc>
                <a:spcPts val="1645"/>
              </a:lnSpc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 Access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Layer:</a:t>
            </a:r>
            <a:r>
              <a:rPr lang="en-US" sz="1600" b="1" spc="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Connects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 with databases and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external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>
              <a:lnSpc>
                <a:spcPts val="1764"/>
              </a:lnSpc>
            </a:pP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APIs.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marR="5080" algn="just">
              <a:lnSpc>
                <a:spcPts val="1730"/>
              </a:lnSpc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Database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Layer: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Stores</a:t>
            </a:r>
            <a:r>
              <a:rPr lang="en-US" sz="1600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cloud</a:t>
            </a:r>
            <a:r>
              <a:rPr lang="en-US" sz="1600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backup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information.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This</a:t>
            </a:r>
            <a:r>
              <a:rPr lang="en-US" sz="1600" b="1" spc="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layered</a:t>
            </a:r>
            <a:r>
              <a:rPr lang="en-US" sz="1600" b="1" spc="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structure</a:t>
            </a:r>
            <a:r>
              <a:rPr lang="en-US" sz="1600" b="1" spc="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improves</a:t>
            </a:r>
            <a:r>
              <a:rPr lang="en-US" sz="1600" b="1" spc="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scalability,</a:t>
            </a:r>
            <a:r>
              <a:rPr lang="en-US" sz="1600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security,</a:t>
            </a:r>
            <a:r>
              <a:rPr lang="en-US" sz="1600" b="1" spc="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maintainability,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performance.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8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E22C8-6915-C374-5A97-CD8157FC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33DB8B3-F3D1-D52A-FFF6-FBB15070AB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45" y="155918"/>
            <a:ext cx="5403164" cy="654616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81FDF0-EF86-3797-6CE9-07262FB96B56}"/>
              </a:ext>
            </a:extLst>
          </p:cNvPr>
          <p:cNvSpPr/>
          <p:nvPr/>
        </p:nvSpPr>
        <p:spPr>
          <a:xfrm>
            <a:off x="6613393" y="189309"/>
            <a:ext cx="5086830" cy="64793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5064D-B00A-9519-F7EA-415A5B037B77}"/>
              </a:ext>
            </a:extLst>
          </p:cNvPr>
          <p:cNvSpPr txBox="1"/>
          <p:nvPr/>
        </p:nvSpPr>
        <p:spPr>
          <a:xfrm>
            <a:off x="7317762" y="865643"/>
            <a:ext cx="367809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activity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complete</a:t>
            </a:r>
            <a:r>
              <a:rPr lang="en-US" sz="16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workflow</a:t>
            </a:r>
            <a:r>
              <a:rPr lang="en-US" sz="16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application,</a:t>
            </a:r>
            <a:r>
              <a:rPr lang="en-US" sz="16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starting</a:t>
            </a:r>
            <a:r>
              <a:rPr lang="en-US" sz="16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from</a:t>
            </a:r>
            <a:r>
              <a:rPr lang="en-US" sz="16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1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login</a:t>
            </a:r>
            <a:r>
              <a:rPr lang="en-US" sz="1600" b="1" spc="1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registration</a:t>
            </a:r>
            <a:r>
              <a:rPr lang="en-US" sz="1600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to</a:t>
            </a:r>
            <a:r>
              <a:rPr lang="en-US" sz="1600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managing</a:t>
            </a:r>
            <a:r>
              <a:rPr lang="en-US" sz="1600" b="1" spc="1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</a:t>
            </a:r>
            <a:r>
              <a:rPr lang="en-US" sz="1600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categories,</a:t>
            </a:r>
            <a:r>
              <a:rPr lang="en-US" sz="1600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budgets,</a:t>
            </a:r>
            <a:r>
              <a:rPr lang="en-US" sz="1600" b="1" spc="1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1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reports.</a:t>
            </a:r>
            <a:r>
              <a:rPr lang="en-US" sz="1600" b="1" spc="1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After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accessing</a:t>
            </a:r>
            <a:r>
              <a:rPr lang="en-US" sz="1600" b="1" spc="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dashboard,</a:t>
            </a:r>
            <a:r>
              <a:rPr lang="en-US" sz="1600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sz="1600" b="1" spc="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can</a:t>
            </a:r>
            <a:r>
              <a:rPr lang="en-US" sz="1600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add</a:t>
            </a:r>
            <a:r>
              <a:rPr lang="en-US" sz="1600" b="1" spc="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save</a:t>
            </a:r>
            <a:r>
              <a:rPr lang="en-US" sz="1600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</a:t>
            </a:r>
            <a:r>
              <a:rPr lang="en-US" sz="1600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</a:t>
            </a:r>
            <a:r>
              <a:rPr lang="en-US" sz="1600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categories,</a:t>
            </a:r>
            <a:r>
              <a:rPr lang="en-US" sz="16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set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sz="16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limits, and view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charts</a:t>
            </a:r>
            <a:r>
              <a:rPr lang="en-US" sz="16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analytics.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then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checks</a:t>
            </a:r>
            <a:r>
              <a:rPr lang="en-US" sz="1600" b="1" spc="3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whether</a:t>
            </a:r>
            <a:r>
              <a:rPr lang="en-US" sz="1600" b="1" spc="3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3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limit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has</a:t>
            </a:r>
            <a:r>
              <a:rPr lang="en-US" sz="1600" b="1" spc="3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been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exceeded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3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sends</a:t>
            </a:r>
            <a:r>
              <a:rPr lang="en-US" sz="1600" b="1" spc="3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alerts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if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necessary.</a:t>
            </a:r>
            <a:r>
              <a:rPr lang="en-US" sz="1600" b="1" spc="2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Finally,</a:t>
            </a:r>
            <a:r>
              <a:rPr lang="en-US" sz="1600" b="1" spc="2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2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backs</a:t>
            </a:r>
            <a:r>
              <a:rPr lang="en-US" sz="1600" b="1" spc="2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up</a:t>
            </a:r>
            <a:r>
              <a:rPr lang="en-US" sz="1600" b="1" spc="2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data,</a:t>
            </a:r>
            <a:r>
              <a:rPr lang="en-US" sz="1600" b="1" spc="2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2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logs</a:t>
            </a:r>
            <a:r>
              <a:rPr lang="en-US" sz="1600" b="1" spc="2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out,</a:t>
            </a:r>
            <a:r>
              <a:rPr lang="en-US" sz="1600" b="1" spc="25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2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process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ends.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Overall,</a:t>
            </a:r>
            <a:r>
              <a:rPr lang="en-US" sz="1600" b="1" spc="1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explains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sequence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activities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operations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clear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organized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way.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02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AC836-90F4-FE0D-5F76-80D02BD4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43CFB01-6A05-A1E8-0B41-F12FEDDF89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800" y="418834"/>
            <a:ext cx="8344124" cy="602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8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9DB5B-2DBE-B02F-89F4-63583C33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88618D-FBCF-2BAA-3D70-4098432BB616}"/>
              </a:ext>
            </a:extLst>
          </p:cNvPr>
          <p:cNvSpPr/>
          <p:nvPr/>
        </p:nvSpPr>
        <p:spPr>
          <a:xfrm>
            <a:off x="2414588" y="189309"/>
            <a:ext cx="9007067" cy="64793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01C3C-0AA2-83E4-A963-2C6BDB907B23}"/>
              </a:ext>
            </a:extLst>
          </p:cNvPr>
          <p:cNvSpPr txBox="1"/>
          <p:nvPr/>
        </p:nvSpPr>
        <p:spPr>
          <a:xfrm rot="5400000">
            <a:off x="-3685456" y="3655618"/>
            <a:ext cx="82360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FFFF00"/>
                </a:solidFill>
                <a:latin typeface="Avenir Next LT Pro" panose="020B0504020202020204" pitchFamily="34" charset="0"/>
              </a:rPr>
              <a:t>Class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DB077-1B9F-BAF0-D301-120BA13610CA}"/>
              </a:ext>
            </a:extLst>
          </p:cNvPr>
          <p:cNvSpPr txBox="1"/>
          <p:nvPr/>
        </p:nvSpPr>
        <p:spPr>
          <a:xfrm>
            <a:off x="3117646" y="738444"/>
            <a:ext cx="7715250" cy="5529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50190">
              <a:lnSpc>
                <a:spcPct val="99300"/>
              </a:lnSpc>
              <a:spcBef>
                <a:spcPts val="105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400" b="1" spc="-7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class</a:t>
            </a:r>
            <a:r>
              <a:rPr lang="en-US" sz="1400" b="1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spc="-70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diagram</a:t>
            </a:r>
            <a:r>
              <a:rPr lang="en-US" sz="1400" b="1" spc="1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type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UML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(Unified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Modeling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Language)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used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to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represent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400" b="1" spc="-60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structure</a:t>
            </a:r>
            <a:r>
              <a:rPr lang="en-US" sz="14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spc="-5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of</a:t>
            </a:r>
            <a:r>
              <a:rPr lang="en-US" sz="14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a</a:t>
            </a:r>
            <a:r>
              <a:rPr lang="en-US" sz="14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spc="-100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system</a:t>
            </a:r>
            <a:r>
              <a:rPr lang="en-US" sz="1400" b="1" spc="2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by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showing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its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classes,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attributes,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methods,</a:t>
            </a:r>
            <a:r>
              <a:rPr lang="en-US" sz="1600" b="1" spc="-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relationships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between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classes.</a:t>
            </a:r>
          </a:p>
          <a:p>
            <a:pPr marL="12700" marR="250190">
              <a:lnSpc>
                <a:spcPct val="99300"/>
              </a:lnSpc>
              <a:spcBef>
                <a:spcPts val="105"/>
              </a:spcBef>
            </a:pP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marR="5080" algn="just">
              <a:lnSpc>
                <a:spcPct val="95800"/>
              </a:lnSpc>
              <a:spcBef>
                <a:spcPts val="1195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image</a:t>
            </a:r>
            <a:r>
              <a:rPr lang="en-US" sz="1600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that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represents</a:t>
            </a:r>
            <a:r>
              <a:rPr lang="en-US" sz="1600" b="1" spc="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static</a:t>
            </a:r>
            <a:r>
              <a:rPr lang="en-US" sz="1600" b="1" spc="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structure</a:t>
            </a:r>
            <a:r>
              <a:rPr lang="en-US" sz="1600" b="1" spc="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application</a:t>
            </a:r>
            <a:r>
              <a:rPr lang="en-US" sz="1600" b="1" spc="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using</a:t>
            </a:r>
            <a:r>
              <a:rPr lang="en-US" sz="1600" b="1" spc="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different</a:t>
            </a:r>
            <a:r>
              <a:rPr lang="en-US" sz="1600" b="1" spc="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classes,</a:t>
            </a:r>
            <a:r>
              <a:rPr lang="en-US" sz="1600" b="1" spc="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their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attributes,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methods,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2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relationships.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2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which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manages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activities</a:t>
            </a:r>
            <a:r>
              <a:rPr lang="en-US" sz="1600" b="1" spc="3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such</a:t>
            </a:r>
            <a:r>
              <a:rPr lang="en-US" sz="1600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as</a:t>
            </a:r>
            <a:r>
              <a:rPr lang="en-US" sz="1600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registration,</a:t>
            </a:r>
            <a:r>
              <a:rPr lang="en-US" sz="1600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login,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logout,</a:t>
            </a:r>
            <a:r>
              <a:rPr lang="en-US" sz="1600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3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profile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updates.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interacts</a:t>
            </a:r>
            <a:r>
              <a:rPr lang="en-US" sz="1600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with</a:t>
            </a:r>
            <a:r>
              <a:rPr lang="en-US" sz="1600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other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classes</a:t>
            </a:r>
            <a:r>
              <a:rPr lang="en-US" sz="1600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including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Expense,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Category,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Budget,</a:t>
            </a:r>
            <a:r>
              <a:rPr lang="en-US" sz="1600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Report,</a:t>
            </a:r>
            <a:r>
              <a:rPr lang="en-US" sz="1600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Notification,</a:t>
            </a:r>
            <a:r>
              <a:rPr lang="en-US" sz="1600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Authentication.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details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allows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adding,</a:t>
            </a:r>
            <a:r>
              <a:rPr lang="en-US" sz="1600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editing,</a:t>
            </a:r>
            <a:r>
              <a:rPr lang="en-US" sz="1600" b="1" spc="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deleting,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viewing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while</a:t>
            </a:r>
            <a:r>
              <a:rPr lang="en-US" sz="1600" b="1" spc="1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Category</a:t>
            </a:r>
            <a:r>
              <a:rPr lang="en-US" sz="1600" b="1" spc="1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1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organizes</a:t>
            </a:r>
            <a:r>
              <a:rPr lang="en-US" sz="1600" b="1" spc="1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</a:t>
            </a:r>
            <a:r>
              <a:rPr lang="en-US" sz="1600" b="1" spc="1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into</a:t>
            </a:r>
            <a:r>
              <a:rPr lang="en-US" sz="1600" b="1" spc="1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different</a:t>
            </a:r>
            <a:r>
              <a:rPr lang="en-US" sz="1600" b="1" spc="1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categories.</a:t>
            </a:r>
            <a:r>
              <a:rPr lang="en-US" sz="1600" b="1" spc="1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-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manages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monthly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spending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limits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tracks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remaining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balance.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</a:t>
            </a:r>
            <a:r>
              <a:rPr lang="en-US" sz="1600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generates</a:t>
            </a:r>
            <a:r>
              <a:rPr lang="en-US" sz="1600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daily,</a:t>
            </a:r>
            <a:r>
              <a:rPr lang="en-US" sz="1600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weekly,</a:t>
            </a:r>
            <a:r>
              <a:rPr lang="en-US" sz="1600" b="1" spc="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monthly</a:t>
            </a:r>
            <a:r>
              <a:rPr lang="en-US" sz="1600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</a:t>
            </a:r>
            <a:r>
              <a:rPr lang="en-US" sz="1600" b="1" spc="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supports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exporting</a:t>
            </a:r>
            <a:r>
              <a:rPr lang="en-US" sz="1600" b="1" spc="1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</a:t>
            </a:r>
            <a:r>
              <a:rPr lang="en-US" sz="1600" b="1" spc="1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sz="1600" b="1" spc="1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PDF</a:t>
            </a:r>
            <a:r>
              <a:rPr lang="en-US" sz="1600" b="1" spc="1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</a:t>
            </a:r>
            <a:r>
              <a:rPr lang="en-US" sz="1600" b="1" spc="1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CSV</a:t>
            </a:r>
            <a:r>
              <a:rPr lang="en-US" sz="1600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format.</a:t>
            </a:r>
            <a:r>
              <a:rPr lang="en-US" sz="1600" b="1" spc="1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</a:t>
            </a:r>
            <a:r>
              <a:rPr lang="en-US" sz="1600" b="1" spc="1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1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sends</a:t>
            </a:r>
            <a:r>
              <a:rPr lang="en-US" sz="1600" b="1" spc="1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alerts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notifications</a:t>
            </a:r>
            <a:r>
              <a:rPr lang="en-US" sz="1600" b="1" spc="1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to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users,</a:t>
            </a:r>
            <a:r>
              <a:rPr lang="en-US" sz="1600" b="1" spc="1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especially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budget-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related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updates.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Authentication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class</a:t>
            </a:r>
            <a:r>
              <a:rPr lang="en-US" sz="1600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handles</a:t>
            </a:r>
            <a:r>
              <a:rPr lang="en-US" sz="1600" b="1" spc="229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login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validation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password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security.</a:t>
            </a:r>
            <a:r>
              <a:rPr lang="en-US" sz="1600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relationships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how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categories,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set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budgets,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generate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reports,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receive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notifications,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illustrating</a:t>
            </a:r>
            <a:r>
              <a:rPr lang="en-US" sz="1600" b="1" spc="3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3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overall</a:t>
            </a:r>
            <a:r>
              <a:rPr lang="en-US" sz="1600" b="1" spc="3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structure</a:t>
            </a:r>
            <a:r>
              <a:rPr lang="en-US" sz="1600" b="1" spc="3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3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interaction</a:t>
            </a:r>
            <a:r>
              <a:rPr lang="en-US" sz="1600" b="1" spc="3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3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3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3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 System.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63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0C520-CD55-061F-8981-643F1379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B0FE6BF-AC05-2161-7D66-B15616A01C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39" y="238204"/>
            <a:ext cx="5602393" cy="624711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393A09-0B31-BDF9-56C6-BD3C9ED59FFF}"/>
              </a:ext>
            </a:extLst>
          </p:cNvPr>
          <p:cNvSpPr/>
          <p:nvPr/>
        </p:nvSpPr>
        <p:spPr>
          <a:xfrm>
            <a:off x="6096000" y="189309"/>
            <a:ext cx="5941219" cy="64793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407AC-DC81-E33B-7456-02DECCE5BCB8}"/>
              </a:ext>
            </a:extLst>
          </p:cNvPr>
          <p:cNvSpPr txBox="1"/>
          <p:nvPr/>
        </p:nvSpPr>
        <p:spPr>
          <a:xfrm>
            <a:off x="6358498" y="686326"/>
            <a:ext cx="5542990" cy="548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19685" algn="just">
              <a:lnSpc>
                <a:spcPct val="99600"/>
              </a:lnSpc>
              <a:spcBef>
                <a:spcPts val="100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ER</a:t>
            </a:r>
            <a:r>
              <a:rPr lang="en-US" sz="14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spc="-6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Diagram</a:t>
            </a:r>
            <a:r>
              <a:rPr lang="en-US" sz="1400" b="1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(Entity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Relationship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Diagram)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visual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representation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database</a:t>
            </a:r>
            <a:r>
              <a:rPr lang="en-US" sz="1600" b="1" spc="-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structure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that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400" b="1" spc="-70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entities,</a:t>
            </a:r>
            <a:r>
              <a:rPr lang="en-US" sz="14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spc="-5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attributes,</a:t>
            </a:r>
            <a:r>
              <a:rPr lang="en-US" sz="14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spc="-8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and</a:t>
            </a:r>
            <a:r>
              <a:rPr lang="en-US" sz="1400" b="1" spc="10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400" b="1" spc="-7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relationships</a:t>
            </a:r>
            <a:r>
              <a:rPr lang="en-US" sz="1400" b="1" spc="15" dirty="0">
                <a:solidFill>
                  <a:schemeClr val="bg1"/>
                </a:solidFill>
                <a:latin typeface="Avenir Next LT Pro" panose="020B0504020202020204" pitchFamily="34" charset="0"/>
                <a:cs typeface="Palatino Linotype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between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data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system.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  <a:cs typeface="Times New Roman"/>
            </a:endParaRPr>
          </a:p>
          <a:p>
            <a:pPr marL="12700" marR="5080" algn="just">
              <a:lnSpc>
                <a:spcPct val="95800"/>
              </a:lnSpc>
              <a:spcBef>
                <a:spcPts val="1195"/>
              </a:spcBef>
            </a:pP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ER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of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229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illustrates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database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structure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relationships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between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different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entities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system.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main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entities</a:t>
            </a:r>
            <a:r>
              <a:rPr lang="en-US" sz="1600" b="1" spc="1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include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User,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Expense,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Category,</a:t>
            </a:r>
            <a:r>
              <a:rPr lang="en-US" sz="1600" b="1" spc="1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Budget,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Report,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Notification.</a:t>
            </a:r>
            <a:r>
              <a:rPr lang="en-US" sz="1600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entity</a:t>
            </a:r>
            <a:r>
              <a:rPr lang="en-US" sz="1600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stores</a:t>
            </a:r>
            <a:r>
              <a:rPr lang="en-US" sz="1600" b="1" spc="20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information</a:t>
            </a:r>
            <a:r>
              <a:rPr lang="en-US" sz="1600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1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is</a:t>
            </a:r>
            <a:r>
              <a:rPr lang="en-US" sz="1600" b="1" spc="2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connected</a:t>
            </a:r>
            <a:r>
              <a:rPr lang="en-US" sz="1600" b="1" spc="2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to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other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entities</a:t>
            </a:r>
            <a:r>
              <a:rPr lang="en-US" sz="1600" b="1" spc="2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because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can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create</a:t>
            </a:r>
            <a:r>
              <a:rPr lang="en-US" sz="1600" b="1" spc="2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categories,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record</a:t>
            </a:r>
            <a:r>
              <a:rPr lang="en-US" sz="1600" b="1" spc="2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expenses,</a:t>
            </a:r>
            <a:r>
              <a:rPr lang="en-US" sz="1600" b="1" spc="3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set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budgets,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generate</a:t>
            </a:r>
            <a:r>
              <a:rPr lang="en-US" sz="1600" b="1" spc="3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reports,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3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receive</a:t>
            </a:r>
            <a:r>
              <a:rPr lang="en-US" sz="1600" b="1" spc="3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notifications.</a:t>
            </a:r>
            <a:r>
              <a:rPr lang="en-US" sz="1600" b="1" spc="3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3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3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entity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stores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details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such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as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amount,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date,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notes,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while</a:t>
            </a:r>
            <a:r>
              <a:rPr lang="en-US" sz="1600" b="1" spc="10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Category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entity</a:t>
            </a:r>
            <a:r>
              <a:rPr lang="en-US" sz="1600" b="1" spc="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organizes</a:t>
            </a:r>
            <a:r>
              <a:rPr lang="en-US" sz="1600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</a:t>
            </a:r>
            <a:r>
              <a:rPr lang="en-US" sz="1600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into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different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groups.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sz="1600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entity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spending</a:t>
            </a:r>
            <a:r>
              <a:rPr lang="en-US" sz="1600" b="1" spc="4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limits</a:t>
            </a:r>
            <a:r>
              <a:rPr lang="en-US" sz="1600" b="1" spc="4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</a:t>
            </a:r>
            <a:r>
              <a:rPr lang="en-US" sz="1600" b="1" spc="4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users</a:t>
            </a:r>
            <a:r>
              <a:rPr lang="en-US" sz="16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4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categories,</a:t>
            </a:r>
            <a:r>
              <a:rPr lang="en-US" sz="16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4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4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</a:t>
            </a:r>
            <a:r>
              <a:rPr lang="en-US" sz="1600" b="1" spc="4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entity</a:t>
            </a:r>
            <a:r>
              <a:rPr lang="en-US" sz="1600" b="1" spc="4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generated report information. The</a:t>
            </a:r>
            <a:r>
              <a:rPr lang="en-US" sz="16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Notification entity handles alert</a:t>
            </a:r>
            <a:r>
              <a:rPr lang="en-US" sz="16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messages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status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updates.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Overall,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ER</a:t>
            </a:r>
            <a:r>
              <a:rPr lang="en-US" sz="1600" b="1" spc="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diagram</a:t>
            </a:r>
            <a:r>
              <a:rPr lang="en-US" sz="1600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represents</a:t>
            </a:r>
            <a:r>
              <a:rPr lang="en-US" sz="1600" b="1" spc="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how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</a:t>
            </a:r>
            <a:r>
              <a:rPr lang="en-US" sz="1600" b="1" spc="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is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organized,</a:t>
            </a:r>
            <a:r>
              <a:rPr lang="en-US" sz="1600" b="1" spc="-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stored,</a:t>
            </a:r>
            <a:r>
              <a:rPr lang="en-US" sz="1600" b="1" spc="-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related</a:t>
            </a:r>
            <a:r>
              <a:rPr lang="en-US" sz="1600" b="1" spc="-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within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System</a:t>
            </a:r>
            <a:r>
              <a:rPr lang="en-US" sz="1600" b="1" spc="-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database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24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BDC0D-1D2D-69B0-8CC5-CB7F94A0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04B04CE5-6DB9-1B27-4A28-F6C95350CD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666" y="247900"/>
            <a:ext cx="8096142" cy="6298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1A4F45-5FAE-4ACA-F47E-F4C6A8083320}"/>
              </a:ext>
            </a:extLst>
          </p:cNvPr>
          <p:cNvSpPr txBox="1"/>
          <p:nvPr/>
        </p:nvSpPr>
        <p:spPr>
          <a:xfrm>
            <a:off x="8506886" y="581406"/>
            <a:ext cx="37421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2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image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shows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modern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professional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landing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page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design</a:t>
            </a:r>
            <a:r>
              <a:rPr lang="en-US" sz="1600" b="1" spc="2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for</a:t>
            </a:r>
            <a:r>
              <a:rPr lang="en-US" sz="1600" b="1" spc="2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Tracker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website.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page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includes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5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clean</a:t>
            </a:r>
            <a:r>
              <a:rPr lang="en-US" sz="1600" b="1" spc="5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navigation</a:t>
            </a:r>
            <a:r>
              <a:rPr lang="en-US" sz="1600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bar,</a:t>
            </a:r>
            <a:r>
              <a:rPr lang="en-US" sz="1600" b="1" spc="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large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hero section with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-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heading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“Track Expenses, Save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Money,</a:t>
            </a:r>
            <a:r>
              <a:rPr lang="en-US" sz="1600" b="1" spc="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Achieve 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Your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Goals,”</a:t>
            </a:r>
            <a:r>
              <a:rPr lang="en-US" sz="1600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action</a:t>
            </a:r>
            <a:r>
              <a:rPr lang="en-US" sz="1600" b="1" spc="6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buttons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like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“Get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Started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Free”</a:t>
            </a:r>
            <a:r>
              <a:rPr lang="en-US" sz="1600" b="1" spc="6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8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“Watch</a:t>
            </a:r>
            <a:r>
              <a:rPr lang="en-US" sz="1600" b="1" spc="7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Demo.”</a:t>
            </a:r>
            <a:r>
              <a:rPr lang="en-US" sz="1600" b="1" spc="7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On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right</a:t>
            </a:r>
            <a:r>
              <a:rPr lang="en-US" sz="1600" b="1" spc="38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side,</a:t>
            </a:r>
            <a:r>
              <a:rPr lang="en-US" sz="16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</a:t>
            </a:r>
            <a:r>
              <a:rPr lang="en-US" sz="1600" b="1" spc="3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dashboard</a:t>
            </a:r>
            <a:r>
              <a:rPr lang="en-US" sz="16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preview</a:t>
            </a:r>
            <a:r>
              <a:rPr lang="en-US" sz="16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displays</a:t>
            </a:r>
            <a:r>
              <a:rPr lang="en-US" sz="1600" b="1" spc="39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statistics,</a:t>
            </a:r>
            <a:r>
              <a:rPr lang="en-US" sz="1600" b="1" spc="39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information,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charts,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recent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expenses.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Below</a:t>
            </a:r>
            <a:r>
              <a:rPr lang="en-US" sz="1600" b="1" spc="1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hero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section,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the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page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highlights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key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features</a:t>
            </a:r>
            <a:r>
              <a:rPr lang="en-US" sz="1600" b="1" spc="-3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such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as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management,</a:t>
            </a:r>
            <a:r>
              <a:rPr lang="en-US" sz="1600" b="1" spc="-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category</a:t>
            </a:r>
            <a:r>
              <a:rPr lang="en-US" sz="1600" b="1" spc="-1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management,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reports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analytics,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budget</a:t>
            </a:r>
            <a:r>
              <a:rPr lang="en-US" sz="1600" b="1" spc="12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management,</a:t>
            </a:r>
            <a:r>
              <a:rPr lang="en-US" sz="1600" b="1" spc="10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data</a:t>
            </a:r>
            <a:r>
              <a:rPr lang="en-US" sz="1600" b="1" spc="1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synchronization,</a:t>
            </a:r>
            <a:r>
              <a:rPr lang="en-US" sz="1600" b="1" spc="114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 </a:t>
            </a:r>
            <a:r>
              <a:rPr lang="en-US" sz="1600" b="1" spc="-2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security. The design uses a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blue-and-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white color theme with a simple,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user-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friendly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layout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focused</a:t>
            </a:r>
            <a:r>
              <a:rPr lang="en-US" sz="1600" b="1" spc="-4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on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financial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management</a:t>
            </a:r>
            <a:r>
              <a:rPr lang="en-US" sz="1600" b="1" spc="-3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and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expense</a:t>
            </a:r>
            <a:r>
              <a:rPr lang="en-US" sz="1600" b="1" spc="-45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 </a:t>
            </a:r>
            <a:r>
              <a:rPr lang="en-US" sz="1600" b="1" spc="-10" dirty="0">
                <a:solidFill>
                  <a:schemeClr val="bg1"/>
                </a:solidFill>
                <a:latin typeface="Avenir Next LT Pro" panose="020B0504020202020204" pitchFamily="34" charset="0"/>
                <a:cs typeface="Times New Roman"/>
              </a:rPr>
              <a:t>tracking</a:t>
            </a:r>
            <a:endParaRPr lang="en-US" sz="1600" b="1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7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5D838-1F5B-5690-EA6C-BF50C8D1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24" y="0"/>
            <a:ext cx="10176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42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51132-DD56-35C9-F13E-93D2B52D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998B93-7D4C-B0BC-FB9B-E4BE1E36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20" y="0"/>
            <a:ext cx="9751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03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B69C4-3196-707C-4349-D3228768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A134C8-ACE1-CF44-1FB5-8312EAF91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1" y="0"/>
            <a:ext cx="105655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60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FF2AC-B930-39B1-100B-80B728D5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5BDD3-DAD8-830D-EDA3-E79CAC0F0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49" y="0"/>
            <a:ext cx="104041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63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1144</Words>
  <Application>Microsoft Office PowerPoint</Application>
  <PresentationFormat>Widescreen</PresentationFormat>
  <Paragraphs>29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Avenir Next LT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콜마마토브오타무로드루지마토비치</dc:creator>
  <cp:lastModifiedBy>콜마마토브오타무로드루지마토비치</cp:lastModifiedBy>
  <cp:revision>2</cp:revision>
  <dcterms:created xsi:type="dcterms:W3CDTF">2026-05-13T18:22:44Z</dcterms:created>
  <dcterms:modified xsi:type="dcterms:W3CDTF">2026-05-13T19:29:29Z</dcterms:modified>
</cp:coreProperties>
</file>